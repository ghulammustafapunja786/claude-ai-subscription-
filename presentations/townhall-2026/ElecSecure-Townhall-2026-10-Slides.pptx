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will introduce ElecSecure and explain why it matters to our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Combined problem + urgency slide.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minutes. Core product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3 minutes. Demo or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Inclusive messaging.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minutes. Market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3 minutes. Pause on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minute. Then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ecsecu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02920"/>
            <a:ext cx="1188720" cy="1188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389120"/>
            <a:ext cx="12191695" cy="109728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ElecSecure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E5FF"/>
                </a:solidFill>
                <a:latin typeface="Calibri"/>
              </a:defRPr>
            </a:pPr>
            <a:r>
              <a:t>Smart Electrical Safety &amp; Energy Management</a:t>
            </a:r>
          </a:p>
          <a:p>
            <a:pPr>
              <a:defRPr sz="2400">
                <a:solidFill>
                  <a:srgbClr val="CCE5FF"/>
                </a:solidFill>
                <a:latin typeface="Calibri"/>
              </a:defRPr>
            </a:pPr>
            <a:r>
              <a:t>Annual Town Hall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  <a:latin typeface="Calibri"/>
              </a:defRPr>
            </a:pPr>
            <a:r>
              <a:t>Azfar Mushtaq | Managing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Now &amp; The Problem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Electricity powers everything — but we lack real-time visibility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Faults are detected too late; energy waste stays hidden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Rising costs and safety risks demand a smarter approach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Smart home tech rarely includes true electrical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  •  Savings  • 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ElecSecure Solution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30352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B1F3A"/>
                </a:solidFill>
              </a:defRPr>
            </a:pPr>
            <a:r>
              <a:t>What it is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Smart device + mobile app + cloud platform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For homes and businesses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Real-time safety and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30352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B1F3A"/>
                </a:solidFill>
              </a:defRPr>
            </a:pPr>
            <a:r>
              <a:t>What it does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Detects faults before they escalate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Sends instant alerts to your phone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Monitors and controls power remotely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Integrates with smart home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720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Monitor electrical health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7160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Spot abnormal patterns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328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Notify user instantly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9496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Remote control &amp; protection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Optimise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Reduce waste &amp;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709160"/>
            <a:ext cx="9966960" cy="7772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▶  LIVE DEMO (90 sec) — see demo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Who Benefits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463040"/>
            <a:ext cx="5303520" cy="20116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Families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Safer homes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Lower bills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303520" cy="201168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Businesses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Less downtime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Lower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303520" cy="201168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Electricians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New revenue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Trusted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840480"/>
            <a:ext cx="5303520" cy="20116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114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Public Sector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Compliance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Sustainability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Market &amp; Competitive Edge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£2.4B+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UK market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659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12.6%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Annual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3-in-1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Safety + efficiency +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931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251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029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Integrated platform advantage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55448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Device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Hardware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Recurring cloud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Maintenance packages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Roadmap &amp; Financial Outlook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45920"/>
            <a:ext cx="3383280" cy="41148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1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£235K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2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£751K | £154K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45920"/>
            <a:ext cx="3383280" cy="41148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3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1,500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£1.42M | £448K profit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Risks &amp; How We Manage Them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Low brand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63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Partner-led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Upfront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06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Phased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49039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Early certification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Tech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892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Continuous R&amp;D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Need From You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Leadership: endorse phased execution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Teams: identify collaboration opportunities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Everyone: connect us with customers and partners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Together, we make electricity safer and smarter.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