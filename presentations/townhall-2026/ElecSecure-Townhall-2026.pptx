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 will introduce ElecSecure and explain why it matters to our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20 minutes presentation, 10 minutes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outcomes, not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driving without dashboard lights.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as a platform, not just a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SLIDE. Optional live demo — see Live-Demo-Script.md. Walk through each step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non-project staff can be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numbers high-level.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protect the system, not just measure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Recurring revenue builds long-term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SLIDE. Pause after each year for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SLIDE. Year 1 is investment by design. Profitability from Year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Cross-functional execution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mission and social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risks builds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call to action before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 for questions. Repeat each question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ecsecu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02920"/>
            <a:ext cx="1188720" cy="11887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389120"/>
            <a:ext cx="12191695" cy="109728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ElecSecure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CE5FF"/>
                </a:solidFill>
                <a:latin typeface="Calibri"/>
              </a:defRPr>
            </a:pPr>
            <a:r>
              <a:t>Smart Electrical Safety &amp; Energy Management</a:t>
            </a:r>
          </a:p>
          <a:p>
            <a:pPr>
              <a:defRPr sz="2400">
                <a:solidFill>
                  <a:srgbClr val="CCE5FF"/>
                </a:solidFill>
                <a:latin typeface="Calibri"/>
              </a:defRPr>
            </a:pPr>
            <a:r>
              <a:t>Annual Town Hall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A7A"/>
                </a:solidFill>
                <a:latin typeface="Calibri"/>
              </a:defRPr>
            </a:pPr>
            <a:r>
              <a:t>Azfar Mushtaq | Managing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Today's Agenda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Why electrical safety and efficiency matter now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What ElecSecure is and how it works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Market opportunity and competitive edge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3-year roadmap and financial outlook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Team, impact, and how you can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This Matters Now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Electricity powers every home, workplace, and public facility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Rising energy costs increase pressure to optimise usage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Electrical faults remain a major fire and downtime risk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Smart technology demand is accelerating across the UK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9418320" cy="9144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Safety  •  Savings  • 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 We Are Solving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Limited real-time visibility into electrical health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Faults are often detected too late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Energy waste is hidden in daily operations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Smart homes lack integrated electrical protection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No unified platform for safety + efficiency + remote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Introducing ElecSecure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371600"/>
            <a:ext cx="5303520" cy="43891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B1F3A"/>
                </a:solidFill>
              </a:defRPr>
            </a:pPr>
            <a:r>
              <a:t>What it is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Integrated smart electrical platform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Hardware + mobile app + cloud analytics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Built for homes and businesses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5303520" cy="438912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B1F3A"/>
                </a:solidFill>
              </a:defRPr>
            </a:pPr>
            <a:r>
              <a:t>What it does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Detects faults before they escalate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Monitors energy use in real time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Enables remote control and alerts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Integrates with smart home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5720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Monitors voltage, current, temperature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7160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Identifies abnormal patterns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8328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Instant mobile notifications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9496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Remote control &amp; tripping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06640" y="2057400"/>
            <a:ext cx="640080" cy="274320"/>
          </a:xfrm>
          <a:prstGeom prst="rightArrow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0" y="1737360"/>
            <a:ext cx="822960" cy="822960"/>
          </a:xfrm>
          <a:prstGeom prst="ellipse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51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1F3A"/>
                </a:solidFill>
              </a:defRPr>
            </a:pPr>
            <a:r>
              <a:t>Optimise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0632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A6A7A"/>
                </a:solidFill>
              </a:defRPr>
            </a:pPr>
            <a:r>
              <a:t>Insights reduce waste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709160"/>
            <a:ext cx="9966960" cy="77724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▶  LIVE DEMO (90 sec): Dashboard → Alert → Remote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Who Benefits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463040"/>
            <a:ext cx="5303520" cy="20116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Families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Safer homes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Lower bills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5303520" cy="201168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Businesses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Less downtime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Lower operating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5303520" cy="201168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Electricians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New service revenue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Trusted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840480"/>
            <a:ext cx="5303520" cy="201168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114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Public Sector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Compliance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Sustainability goals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Market Opportunity (UK)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£2.4B+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Market size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9659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12.6%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743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Projected annual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UK smart meter rollout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931920"/>
            <a:ext cx="50292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251959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AE6"/>
                </a:solidFill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0292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Demand for safety +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ElecSecure Can Win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949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Typical alternatives</a:t>
                      </a:r>
                    </a:p>
                  </a:txBody>
                  <a:tcPr>
                    <a:solidFill>
                      <a:srgbClr val="5A6A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ElecSecure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Thermostats / plugs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Full electrical system intelligence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Passive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Active monitoring + alerts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Energy tracking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Safety + efficiency + control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Disconnected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Integrated smart ecosystem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155448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Device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One-time hardware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£49/mo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Cloud monitoring, updates,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Support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Maintenance and technical assistance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3-Year Roadmap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645920"/>
            <a:ext cx="3383280" cy="41148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Year 1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Launch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400 customers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UK pilot regions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Certification &amp; brand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Year 2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Scale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800 customers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Nationwide growth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Profitability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645920"/>
            <a:ext cx="3383280" cy="41148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Year 3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Lead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1,500 customers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International expansion</a:t>
            </a:r>
          </a:p>
          <a:p>
            <a:pPr>
              <a:defRPr sz="1400" b="0">
                <a:solidFill>
                  <a:srgbClr val="FFFFFF"/>
                </a:solidFill>
              </a:defRPr>
            </a:pPr>
            <a:r>
              <a:t>Market leadership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Financial Outlook (High Level)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74519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AE6"/>
                </a:solidFill>
              </a:defRPr>
            </a:pPr>
            <a:r>
              <a:t>£235K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74519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Foundation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69848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Year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4612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AE6"/>
                </a:solidFill>
              </a:defRPr>
            </a:pPr>
            <a:r>
              <a:t>£751K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4612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£154K profit after tax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61772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AE6"/>
                </a:solidFill>
              </a:defRPr>
            </a:pPr>
            <a:r>
              <a:t>£1.42M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1772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£448K profit after tax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Leadership &amp; Delivery Team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Managing Director: Azfar Mushtaq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Software development and mobile platform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Electrical engineering and QA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Data science and analytics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Sales, marketing, and customer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Impact Beyond Revenue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Job creation: installers, support, engineering, sales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Reduced electrical fire and downtime risk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Lower energy waste and carbon footprint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Supports UK safety and efficiency policy goals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Risks &amp; Mitigation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Low brand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463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Targeted launch + partner 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Upfront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06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Phased rollout + strategic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Regulatory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749039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Early UK certification pathway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2"/>
                </a:solidFill>
              </a:defRPr>
            </a:pPr>
            <a:r>
              <a:t>Risk: Fast tech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8920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B8A9"/>
                </a:solidFill>
              </a:defRPr>
            </a:pPr>
            <a:r>
              <a:t>Plan: Continuous R&amp;D and product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Need From You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Leadership: endorse phased execution and resourcing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Teams: identify collaboration and integration opportunities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Everyone: connect us with potential customers and partners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9418320" cy="9144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Together, we make electricity safer and smarter.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ecsecu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0292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8A9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A6A7A"/>
                </a:solidFill>
              </a:defRPr>
            </a:pPr>
            <a:r>
              <a:t>ElecSecure | Smart Electrical Safety &amp; Energy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