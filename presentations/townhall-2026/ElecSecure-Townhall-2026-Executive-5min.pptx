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5-minute executive version. Be concise and confident.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Problem and solution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Emphasise recurring revenue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seconds. This is the money slide for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seconds. Clear ask. Offer full deck for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ecsecur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502920"/>
            <a:ext cx="1188720" cy="1188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389120"/>
            <a:ext cx="12191695" cy="109728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ElecSecure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CE5FF"/>
                </a:solidFill>
                <a:latin typeface="Calibri"/>
              </a:defRPr>
            </a:pPr>
            <a:r>
              <a:t>Executive Briefing | Annual Town Hall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6A7A"/>
                </a:solidFill>
                <a:latin typeface="Calibri"/>
              </a:defRPr>
            </a:pPr>
            <a:r>
              <a:t>Azfar Mushtaq | Managing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UK electrical safety &amp; efficiency market: £2.4B+, growing 12.6% annually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Current systems lack real-time safety visibility and energy optimisation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ElecSecure: smart device + app + cloud — Safety, Savings, Control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Targets homes, businesses, and public sector across the UK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→ Platform → Market 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Business Model &amp; Differentiation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155448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Hardware sale per installation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Recurring cloud &amp; analytics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1033272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F3A"/>
                </a:solidFill>
              </a:defRPr>
            </a:pPr>
            <a:r>
              <a:t>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7AE6"/>
                </a:solidFill>
              </a:defRPr>
            </a:pPr>
            <a:r>
              <a:t>£115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A6A7A"/>
                </a:solidFill>
              </a:defRPr>
            </a:pPr>
            <a:r>
              <a:t>Maintenance and service packages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3-Year Plan &amp; Returns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645920"/>
            <a:ext cx="3383280" cy="41148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1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£235K —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2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£751K — Profitable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645920"/>
            <a:ext cx="3383280" cy="411480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201168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Year 3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1,500 customers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t>£1.42M — Market leader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Decision Requested</a:t>
            </a:r>
          </a:p>
        </p:txBody>
      </p:sp>
      <p:pic>
        <p:nvPicPr>
          <p:cNvPr id="5" name="Picture 4" descr="elecsecure-logo-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6459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Endorse phased UK launch and resourcing plan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Enable cross-functional support across teams</a:t>
            </a:r>
          </a:p>
          <a:p>
            <a:pPr>
              <a:spcAft>
                <a:spcPts val="1400"/>
              </a:spcAft>
              <a:defRPr sz="2200">
                <a:solidFill>
                  <a:srgbClr val="1A1A2E"/>
                </a:solidFill>
                <a:latin typeface="Calibri"/>
              </a:defRPr>
            </a:pPr>
            <a:r>
              <a:t>Champion introductions to strategic partners and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9418320" cy="914400"/>
          </a:xfrm>
          <a:prstGeom prst="roundRect">
            <a:avLst/>
          </a:prstGeom>
          <a:solidFill>
            <a:srgbClr val="00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Approve direction. Accelerate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